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hare.streamlit.io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MindScan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Mental Wellness Indicator System</a:t>
            </a:r>
          </a:p>
          <a:p>
            <a:pPr lvl="0" indent="0" marL="0">
              <a:buNone/>
            </a:pPr>
            <a:r>
              <a:rPr/>
              <a:t>B.Sc. Computer Science – Final Year Project</a:t>
            </a:r>
            <a:br/>
            <a:r>
              <a:rPr b="1"/>
              <a:t>[College Name]</a:t>
            </a:r>
            <a:br/>
            <a:r>
              <a:rPr b="1"/>
              <a:t>[Academic Year]</a:t>
            </a:r>
          </a:p>
          <a:p>
            <a:pPr lvl="0" indent="0" marL="0">
              <a:buNone/>
            </a:pPr>
            <a:r>
              <a:rPr b="1"/>
              <a:t>[Your Full Name]</a:t>
            </a:r>
            <a:r>
              <a:rPr/>
              <a:t> | </a:t>
            </a:r>
            <a:r>
              <a:rPr b="1"/>
              <a:t>[Roll No]</a:t>
            </a:r>
            <a:br/>
            <a:r>
              <a:rPr/>
              <a:t>Guide: </a:t>
            </a:r>
            <a:r>
              <a:rPr b="1"/>
              <a:t>[Guide Name]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Introduction</a:t>
            </a:r>
          </a:p>
          <a:p>
            <a:pPr lvl="0" indent="-342900" marL="342900">
              <a:buAutoNum type="arabicPeriod"/>
            </a:pPr>
            <a:r>
              <a:rPr/>
              <a:t>Problem Statement</a:t>
            </a:r>
          </a:p>
          <a:p>
            <a:pPr lvl="0" indent="-342900" marL="342900">
              <a:buAutoNum type="arabicPeriod"/>
            </a:pPr>
            <a:r>
              <a:rPr/>
              <a:t>Objectives</a:t>
            </a:r>
          </a:p>
          <a:p>
            <a:pPr lvl="0" indent="-342900" marL="342900">
              <a:buAutoNum type="arabicPeriod"/>
            </a:pPr>
            <a:r>
              <a:rPr/>
              <a:t>System Study</a:t>
            </a:r>
          </a:p>
          <a:p>
            <a:pPr lvl="0" indent="-342900" marL="342900">
              <a:buAutoNum type="arabicPeriod"/>
            </a:pPr>
            <a:r>
              <a:rPr/>
              <a:t>Solution Overview</a:t>
            </a:r>
          </a:p>
          <a:p>
            <a:pPr lvl="0" indent="-342900" marL="342900">
              <a:buAutoNum type="arabicPeriod"/>
            </a:pPr>
            <a:r>
              <a:rPr/>
              <a:t>Requirements &amp; Tech Stack</a:t>
            </a:r>
          </a:p>
          <a:p>
            <a:pPr lvl="0" indent="-342900" marL="342900">
              <a:buAutoNum type="arabicPeriod"/>
            </a:pPr>
            <a:r>
              <a:rPr/>
              <a:t>Design / Architecture</a:t>
            </a:r>
          </a:p>
          <a:p>
            <a:pPr lvl="0" indent="-342900" marL="342900">
              <a:buAutoNum type="arabicPeriod"/>
            </a:pPr>
            <a:r>
              <a:rPr/>
              <a:t>Datasets</a:t>
            </a:r>
          </a:p>
          <a:p>
            <a:pPr lvl="0" indent="-342900" marL="342900">
              <a:buAutoNum type="arabicPeriod"/>
            </a:pPr>
            <a:r>
              <a:rPr/>
              <a:t>Implementation</a:t>
            </a:r>
          </a:p>
          <a:p>
            <a:pPr lvl="0" indent="-342900" marL="342900">
              <a:buAutoNum type="arabicPeriod"/>
            </a:pPr>
            <a:r>
              <a:rPr/>
              <a:t>Results</a:t>
            </a:r>
          </a:p>
          <a:p>
            <a:pPr lvl="0" indent="-342900" marL="342900">
              <a:buAutoNum type="arabicPeriod"/>
            </a:pPr>
            <a:r>
              <a:rPr/>
              <a:t>Deployment</a:t>
            </a:r>
          </a:p>
          <a:p>
            <a:pPr lvl="0" indent="-342900" marL="342900">
              <a:buAutoNum type="arabicPeriod"/>
            </a:pPr>
            <a:r>
              <a:rPr/>
              <a:t>Limitations</a:t>
            </a:r>
          </a:p>
          <a:p>
            <a:pPr lvl="0" indent="-342900" marL="342900">
              <a:buAutoNum type="arabicPeriod"/>
            </a:pPr>
            <a:r>
              <a:rPr/>
              <a:t>Future Work</a:t>
            </a:r>
          </a:p>
          <a:p>
            <a:pPr lvl="0" indent="-342900" marL="342900">
              <a:buAutoNum type="arabicPeriod"/>
            </a:pPr>
            <a:r>
              <a:rPr/>
              <a:t>Conclusion</a:t>
            </a:r>
          </a:p>
          <a:p>
            <a:pPr lvl="0" indent="-342900" marL="342900">
              <a:buAutoNum type="arabicPeriod"/>
            </a:pPr>
            <a:r>
              <a:rPr/>
              <a:t>Thank You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MindScan</a:t>
            </a:r>
            <a:r>
              <a:rPr/>
              <a:t> – AI-assisted mental wellness indicator system</a:t>
            </a:r>
          </a:p>
          <a:p>
            <a:pPr lvl="0"/>
            <a:r>
              <a:rPr/>
              <a:t>Analyzes behavioral and linguistic patterns for early emotional stress indicators</a:t>
            </a:r>
          </a:p>
          <a:p>
            <a:pPr lvl="0"/>
            <a:r>
              <a:rPr/>
              <a:t>Integrates: journaling text, speech characteristics, typing rhythm, lifestyle inputs</a:t>
            </a:r>
          </a:p>
          <a:p>
            <a:pPr lvl="0"/>
            <a:r>
              <a:rPr/>
              <a:t>Uses NLP and ML to produce </a:t>
            </a:r>
            <a:r>
              <a:rPr b="1"/>
              <a:t>risk indicator bands</a:t>
            </a:r>
            <a:r>
              <a:rPr/>
              <a:t> and emotional trend insights</a:t>
            </a:r>
          </a:p>
          <a:p>
            <a:pPr lvl="0"/>
            <a:r>
              <a:rPr b="1"/>
              <a:t>Not a medical diagnostic tool</a:t>
            </a:r>
            <a:r>
              <a:rPr/>
              <a:t> – for awareness and support guidance only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Many mental health apps rely only on </a:t>
            </a:r>
            <a:r>
              <a:rPr b="1"/>
              <a:t>self-reported mood</a:t>
            </a:r>
            <a:r>
              <a:rPr/>
              <a:t> with little behavioral analysis</a:t>
            </a:r>
          </a:p>
          <a:p>
            <a:pPr lvl="0"/>
            <a:r>
              <a:rPr/>
              <a:t>Hard to detect meaningful emotional patterns over time</a:t>
            </a:r>
          </a:p>
          <a:p>
            <a:pPr lvl="0"/>
            <a:r>
              <a:rPr b="1"/>
              <a:t>Need:</a:t>
            </a:r>
            <a:r>
              <a:rPr/>
              <a:t> A system that combines multiple behavioral signals and uses AI to produce early emotional stress indicators in a responsible, ethical way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Design a system to analyze behavioral signals related to emotional wellbeing</a:t>
            </a:r>
          </a:p>
          <a:p>
            <a:pPr lvl="0"/>
            <a:r>
              <a:rPr/>
              <a:t>Apply </a:t>
            </a:r>
            <a:r>
              <a:rPr b="1"/>
              <a:t>NLP</a:t>
            </a:r>
            <a:r>
              <a:rPr/>
              <a:t> to detect emotional sentiment patterns</a:t>
            </a:r>
          </a:p>
          <a:p>
            <a:pPr lvl="0"/>
            <a:r>
              <a:rPr/>
              <a:t>Analyze speech tempo and behavioral metrics</a:t>
            </a:r>
          </a:p>
          <a:p>
            <a:pPr lvl="0"/>
            <a:r>
              <a:rPr/>
              <a:t>Generate </a:t>
            </a:r>
            <a:r>
              <a:rPr b="1"/>
              <a:t>risk indicator bands</a:t>
            </a:r>
            <a:r>
              <a:rPr/>
              <a:t> (Low / Moderate / Elevated)</a:t>
            </a:r>
          </a:p>
          <a:p>
            <a:pPr lvl="0"/>
            <a:r>
              <a:rPr/>
              <a:t>Provide emotional trend </a:t>
            </a:r>
            <a:r>
              <a:rPr b="1"/>
              <a:t>dashboards</a:t>
            </a:r>
          </a:p>
          <a:p>
            <a:pPr lvl="0"/>
            <a:r>
              <a:rPr/>
              <a:t>Maintain ethical safeguards (no medical diagnosis)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Existing systems:</a:t>
            </a:r>
            <a:r>
              <a:rPr/>
              <a:t> Mood trackers, journaling apps, meditation tools, AI therapy chatbots</a:t>
            </a:r>
          </a:p>
          <a:p>
            <a:pPr lvl="0" indent="0" marL="0">
              <a:buNone/>
            </a:pPr>
            <a:r>
              <a:rPr b="1"/>
              <a:t>Limitations:</a:t>
            </a:r>
            <a:r>
              <a:rPr/>
              <a:t> - Dependence on manual mood entry - Little behavioral signal analysis - Limited speech/typing integration - Minimal predictive capability</a:t>
            </a:r>
          </a:p>
          <a:p>
            <a:pPr lvl="0" indent="0" marL="0">
              <a:buNone/>
            </a:pPr>
            <a:r>
              <a:rPr b="1"/>
              <a:t>Proposed:</a:t>
            </a:r>
            <a:r>
              <a:rPr/>
              <a:t> MindScan combines multiple behavioral signals and AI analysis for deeper insight and risk indicators.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Input:</a:t>
            </a:r>
            <a:r>
              <a:rPr/>
              <a:t> Journal text (primary); voice/typing designed for future</a:t>
            </a:r>
          </a:p>
          <a:p>
            <a:pPr lvl="0"/>
            <a:r>
              <a:rPr b="1"/>
              <a:t>Processing:</a:t>
            </a:r>
            <a:r>
              <a:rPr/>
              <a:t> Sentiment analysis (TextBlob), risk scoring, SQLite persistence</a:t>
            </a:r>
          </a:p>
          <a:p>
            <a:pPr lvl="0"/>
            <a:r>
              <a:rPr b="1"/>
              <a:t>Output:</a:t>
            </a:r>
            <a:r>
              <a:rPr/>
              <a:t> Risk bands (Low/Moderate/Elevated), trend charts, sample data fallback</a:t>
            </a:r>
          </a:p>
          <a:p>
            <a:pPr lvl="0"/>
            <a:r>
              <a:rPr b="1"/>
              <a:t>Prototype:</a:t>
            </a:r>
            <a:r>
              <a:rPr/>
              <a:t> Journal analysis + dashboard + SQLite + CSV datasets for demo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Requirements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Hardware:</a:t>
            </a:r>
            <a:r>
              <a:rPr/>
              <a:t> 8 GB RAM, microphone (optional), internet</a:t>
            </a:r>
          </a:p>
          <a:p>
            <a:pPr lvl="0" indent="0" marL="0">
              <a:buNone/>
            </a:pPr>
            <a:r>
              <a:rPr b="1"/>
              <a:t>Software:</a:t>
            </a:r>
            <a:r>
              <a:rPr/>
              <a:t> - Python 3.9+ - </a:t>
            </a:r>
            <a:r>
              <a:rPr b="1"/>
              <a:t>Streamlit</a:t>
            </a:r>
            <a:r>
              <a:rPr/>
              <a:t> (frontend) - </a:t>
            </a:r>
            <a:r>
              <a:rPr b="1"/>
              <a:t>TextBlob / NLTK</a:t>
            </a:r>
            <a:r>
              <a:rPr/>
              <a:t> (NLP, sentiment) - </a:t>
            </a:r>
            <a:r>
              <a:rPr b="1"/>
              <a:t>Pandas, NumPy, Scikit-learn</a:t>
            </a:r>
            <a:r>
              <a:rPr/>
              <a:t> - </a:t>
            </a:r>
            <a:r>
              <a:rPr b="1"/>
              <a:t>SQLite</a:t>
            </a:r>
            <a:r>
              <a:rPr/>
              <a:t> (database)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Design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Layers:</a:t>
            </a:r>
            <a:r>
              <a:rPr/>
              <a:t> 1. </a:t>
            </a:r>
            <a:r>
              <a:rPr b="1"/>
              <a:t>Input</a:t>
            </a:r>
            <a:r>
              <a:rPr/>
              <a:t> – Journal, voice, typing, lifestyle 2. </a:t>
            </a:r>
            <a:r>
              <a:rPr b="1"/>
              <a:t>Processing</a:t>
            </a:r>
            <a:r>
              <a:rPr/>
              <a:t> – Feature extraction (sentiment, tempo, metrics) 3. </a:t>
            </a:r>
            <a:r>
              <a:rPr b="1"/>
              <a:t>AI Analysis</a:t>
            </a:r>
            <a:r>
              <a:rPr/>
              <a:t> – Risk scoring, classification 4. </a:t>
            </a:r>
            <a:r>
              <a:rPr b="1"/>
              <a:t>Visualization</a:t>
            </a:r>
            <a:r>
              <a:rPr/>
              <a:t> – Dashboards, charts, alerts</a:t>
            </a:r>
          </a:p>
          <a:p>
            <a:pPr lvl="0" indent="0" marL="0">
              <a:buNone/>
            </a:pPr>
            <a:r>
              <a:rPr b="1"/>
              <a:t>Components:</a:t>
            </a:r>
            <a:r>
              <a:rPr/>
              <a:t> Streamlit UI, sentiment service, risk engine, DB layer, data loader, dashboard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Datasets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sample_journal_entries.csv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 labeled entries (Positive/Negative/Neutral) for demo &amp; reference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sentiment_training_data.csv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 short texts for training/experiments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dashboard_sample_trend.csv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Sample weekly sentiment trend (used when DB is empty)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Dashboard falls back to sample data when no user entries exist (e.g. Streamlit Cloud).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Journal page:</a:t>
            </a:r>
            <a:r>
              <a:rPr/>
              <a:t> Text input → sentiment analysis → risk band → save to DB</a:t>
            </a:r>
          </a:p>
          <a:p>
            <a:pPr lvl="0"/>
            <a:r>
              <a:rPr b="1"/>
              <a:t>Dashboard:</a:t>
            </a:r>
            <a:r>
              <a:rPr/>
              <a:t> Sentiment trend chart, current risk summary</a:t>
            </a:r>
          </a:p>
          <a:p>
            <a:pPr lvl="0"/>
            <a:r>
              <a:rPr b="1"/>
              <a:t>Backend:</a:t>
            </a:r>
            <a:r>
              <a:rPr/>
              <a:t> </a:t>
            </a:r>
            <a:r>
              <a:rPr>
                <a:latin typeface="Courier"/>
              </a:rPr>
              <a:t>sentiment_service.py</a:t>
            </a:r>
            <a:r>
              <a:rPr/>
              <a:t>, </a:t>
            </a:r>
            <a:r>
              <a:rPr>
                <a:latin typeface="Courier"/>
              </a:rPr>
              <a:t>risk_engine.py</a:t>
            </a:r>
            <a:r>
              <a:rPr/>
              <a:t>, </a:t>
            </a:r>
            <a:r>
              <a:rPr>
                <a:latin typeface="Courier"/>
              </a:rPr>
              <a:t>db_manager.py</a:t>
            </a:r>
            <a:r>
              <a:rPr/>
              <a:t>, </a:t>
            </a:r>
            <a:r>
              <a:rPr>
                <a:latin typeface="Courier"/>
              </a:rPr>
              <a:t>utils/data_loader.py</a:t>
            </a:r>
          </a:p>
          <a:p>
            <a:pPr lvl="0"/>
            <a:r>
              <a:rPr b="1"/>
              <a:t>Database:</a:t>
            </a:r>
            <a:r>
              <a:rPr/>
              <a:t> SQLite – </a:t>
            </a:r>
            <a:r>
              <a:rPr>
                <a:latin typeface="Courier"/>
              </a:rPr>
              <a:t>journal_entries</a:t>
            </a:r>
            <a:r>
              <a:rPr/>
              <a:t> with sentiment and timestamp</a:t>
            </a:r>
          </a:p>
          <a:p>
            <a:pPr lvl="0"/>
            <a:r>
              <a:rPr b="1"/>
              <a:t>Data:</a:t>
            </a:r>
            <a:r>
              <a:rPr/>
              <a:t> Sample CSVs in </a:t>
            </a:r>
            <a:r>
              <a:rPr>
                <a:latin typeface="Courier"/>
              </a:rPr>
              <a:t>data/</a:t>
            </a:r>
            <a:r>
              <a:rPr/>
              <a:t> for demo and fallback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Sentiment polarity (Positive / Neutral / Negative) from journal text</a:t>
            </a:r>
          </a:p>
          <a:p>
            <a:pPr lvl="0"/>
            <a:r>
              <a:rPr/>
              <a:t>Risk band: </a:t>
            </a:r>
            <a:r>
              <a:rPr b="1"/>
              <a:t>Low</a:t>
            </a:r>
            <a:r>
              <a:rPr/>
              <a:t>, </a:t>
            </a:r>
            <a:r>
              <a:rPr b="1"/>
              <a:t>Moderate</a:t>
            </a:r>
            <a:r>
              <a:rPr/>
              <a:t>, or </a:t>
            </a:r>
            <a:r>
              <a:rPr b="1"/>
              <a:t>Elevated</a:t>
            </a:r>
            <a:r>
              <a:rPr/>
              <a:t> from score thresholds</a:t>
            </a:r>
          </a:p>
          <a:p>
            <a:pPr lvl="0"/>
            <a:r>
              <a:rPr/>
              <a:t>Dashboard shows sentiment trend over days</a:t>
            </a:r>
          </a:p>
          <a:p>
            <a:pPr lvl="0"/>
            <a:r>
              <a:rPr/>
              <a:t>Journal entries persisted in SQLite for demo</a:t>
            </a:r>
          </a:p>
          <a:p>
            <a:pPr lvl="0"/>
            <a:r>
              <a:rPr/>
              <a:t>Sample dataset shown in dashboard when DB is empty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Deployment (Streamlit Cloud)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Hosted on:</a:t>
            </a:r>
            <a:r>
              <a:rPr/>
              <a:t> </a:t>
            </a:r>
            <a:r>
              <a:rPr>
                <a:hlinkClick r:id="rId2"/>
              </a:rPr>
              <a:t>share.streamlit.io</a:t>
            </a:r>
          </a:p>
          <a:p>
            <a:pPr lvl="0"/>
            <a:r>
              <a:rPr b="1"/>
              <a:t>Main file:</a:t>
            </a:r>
            <a:r>
              <a:rPr/>
              <a:t> </a:t>
            </a:r>
            <a:r>
              <a:rPr>
                <a:latin typeface="Courier"/>
              </a:rPr>
              <a:t>mindscan_streamlit_project/app.py</a:t>
            </a:r>
          </a:p>
          <a:p>
            <a:pPr lvl="0"/>
            <a:r>
              <a:rPr b="1"/>
              <a:t>Note:</a:t>
            </a:r>
            <a:r>
              <a:rPr/>
              <a:t> Ephemeral filesystem – SQLite resets on redeploy; sample datasets provide demo data</a:t>
            </a:r>
          </a:p>
          <a:p>
            <a:pPr lvl="0"/>
            <a:r>
              <a:rPr b="1"/>
              <a:t>Stack:</a:t>
            </a:r>
            <a:r>
              <a:rPr/>
              <a:t> Streamlit, Pandas, TextBlob, SQLite; no librosa/soundfile (removed for cloud compatibility)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Prototype implements journal-based flow; voice/typing modules are designed but not built</a:t>
            </a:r>
          </a:p>
          <a:p>
            <a:pPr lvl="0"/>
            <a:r>
              <a:rPr/>
              <a:t>Not a clinical tool; results are wellness indicators only</a:t>
            </a:r>
          </a:p>
          <a:p>
            <a:pPr lvl="0"/>
            <a:r>
              <a:rPr/>
              <a:t>Single-user, local deployment; no authentication in prototype</a:t>
            </a:r>
          </a:p>
          <a:p>
            <a:pPr lvl="0"/>
            <a:r>
              <a:rPr/>
              <a:t>Sentiment from general-purpose NLP; not tuned for clinical language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Voice analysis (tempo, energy) and typing behaviour modules</a:t>
            </a:r>
          </a:p>
          <a:p>
            <a:pPr lvl="0"/>
            <a:r>
              <a:rPr/>
              <a:t>Integration with wearables / sleep data</a:t>
            </a:r>
          </a:p>
          <a:p>
            <a:pPr lvl="0"/>
            <a:r>
              <a:rPr/>
              <a:t>Deeper ML models (e.g. burnout/anxiety classifiers)</a:t>
            </a:r>
          </a:p>
          <a:p>
            <a:pPr lvl="0"/>
            <a:r>
              <a:rPr/>
              <a:t>Multilingual sentiment</a:t>
            </a:r>
          </a:p>
          <a:p>
            <a:pPr lvl="0"/>
            <a:r>
              <a:rPr/>
              <a:t>Mobile app and optional therapy referral network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MindScan shows how </a:t>
            </a:r>
            <a:r>
              <a:rPr b="1"/>
              <a:t>AI</a:t>
            </a:r>
            <a:r>
              <a:rPr/>
              <a:t> can help identify behavioral patterns linked to emotional stress</a:t>
            </a:r>
          </a:p>
          <a:p>
            <a:pPr lvl="0"/>
            <a:r>
              <a:rPr/>
              <a:t>Combines sentiment analysis and risk scoring with </a:t>
            </a:r>
            <a:r>
              <a:rPr b="1"/>
              <a:t>wellness indicators</a:t>
            </a:r>
            <a:r>
              <a:rPr/>
              <a:t> and ethical safeguards</a:t>
            </a:r>
          </a:p>
          <a:p>
            <a:pPr lvl="0"/>
            <a:r>
              <a:rPr/>
              <a:t>Prototype: journal analysis, dashboard, SQLite persistence, sample datasets, Streamlit Cloud–ready</a:t>
            </a:r>
          </a:p>
          <a:p>
            <a:pPr lvl="0"/>
            <a:r>
              <a:rPr/>
              <a:t>Suitable as an academic project and base for future extensions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MindScan – AI Mental Wellness Indicator System</a:t>
            </a:r>
          </a:p>
          <a:p>
            <a:pPr lvl="0" indent="0" marL="0">
              <a:buNone/>
            </a:pPr>
            <a:r>
              <a:rPr b="1"/>
              <a:t>[Your Full Name]</a:t>
            </a:r>
            <a:r>
              <a:rPr/>
              <a:t> | </a:t>
            </a:r>
            <a:r>
              <a:rPr b="1"/>
              <a:t>[Roll No]</a:t>
            </a:r>
            <a:br/>
            <a:r>
              <a:rPr b="1"/>
              <a:t>[College Name]</a:t>
            </a:r>
            <a:r>
              <a:rPr/>
              <a:t> | </a:t>
            </a:r>
            <a:r>
              <a:rPr b="1"/>
              <a:t>[Academic Year]</a:t>
            </a:r>
          </a:p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2026-03-09T09:19:12Z</dcterms:created>
  <dcterms:modified xsi:type="dcterms:W3CDTF">2026-03-09T09:19:12Z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size">
    <vt:lpwstr>16:9</vt:lpwstr>
  </property>
  <property fmtid="{D5CDD505-2E9C-101B-9397-08002B2CF9AE}" pid="5" name="theme">
    <vt:lpwstr>default</vt:lpwstr>
  </property>
</Properties>
</file>