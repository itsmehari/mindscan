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MindScan – AI Mental Wellness Indicator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MSc Computer Science Academic Project</a:t>
            </a:r>
          </a:p>
          <a:p>
            <a:r>
              <a:t>AI‑assisted emotional pattern detection using behavioral signals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Mental stress often develops gradually.</a:t>
            </a:r>
          </a:p>
          <a:p>
            <a:r>
              <a:t>Traditional apps depend on manual mood logging.</a:t>
            </a:r>
          </a:p>
          <a:p>
            <a:r>
              <a:t>MindScan analyzes behavioral signals to identify early emotional stress indicators.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Detect sentiment patterns in journaling</a:t>
            </a:r>
          </a:p>
          <a:p>
            <a:r>
              <a:t>• Analyze speech tempo and acoustic energy</a:t>
            </a:r>
          </a:p>
          <a:p>
            <a:r>
              <a:t>• Evaluate typing rhythm changes</a:t>
            </a:r>
          </a:p>
          <a:p>
            <a:r>
              <a:t>• Produce emotional risk bands</a:t>
            </a:r>
          </a:p>
          <a:p>
            <a:r>
              <a:t>• Display trend dashboards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Inputs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Journal text</a:t>
            </a:r>
          </a:p>
          <a:p>
            <a:r>
              <a:t>2. Voice audio samples</a:t>
            </a:r>
          </a:p>
          <a:p>
            <a:r>
              <a:t>3. Typing rhythm indicators</a:t>
            </a:r>
          </a:p>
          <a:p>
            <a:r>
              <a:t>4. Sleep/activity metrics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Analysis 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Sentiment Analysis (NLP)</a:t>
            </a:r>
          </a:p>
          <a:p>
            <a:r>
              <a:t>• Cognitive Distortion Detection</a:t>
            </a:r>
          </a:p>
          <a:p>
            <a:r>
              <a:t>• Speech Feature Extraction</a:t>
            </a:r>
          </a:p>
          <a:p>
            <a:r>
              <a:t>• Burnout Risk Model</a:t>
            </a:r>
          </a:p>
          <a:p>
            <a:r>
              <a:t>• Anxiety Pattern Classification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Input Layer → Processing Layer → AI Analysis Layer → Visualization Layer</a:t>
            </a:r>
          </a:p>
          <a:p>
            <a:r>
              <a:t>Frontend: Streamlit</a:t>
            </a:r>
          </a:p>
          <a:p>
            <a:r>
              <a:t>Backend: Python Services</a:t>
            </a:r>
          </a:p>
          <a:p>
            <a:r>
              <a:t>Database: SQLite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Outputs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Emotional dashboard</a:t>
            </a:r>
          </a:p>
          <a:p>
            <a:r>
              <a:t>• Risk bands (Low / Moderate / Elevated)</a:t>
            </a:r>
          </a:p>
          <a:p>
            <a:r>
              <a:t>• Behavioral alerts</a:t>
            </a:r>
          </a:p>
          <a:p>
            <a:r>
              <a:t>• Wellness suggestions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Python</a:t>
            </a:r>
          </a:p>
          <a:p>
            <a:r>
              <a:t>Streamlit</a:t>
            </a:r>
          </a:p>
          <a:p>
            <a:r>
              <a:t>Pandas / NumPy</a:t>
            </a:r>
          </a:p>
          <a:p>
            <a:r>
              <a:t>Scikit‑learn</a:t>
            </a:r>
          </a:p>
          <a:p>
            <a:r>
              <a:t>TextBlob / NLTK</a:t>
            </a:r>
          </a:p>
          <a:p>
            <a:r>
              <a:t>Librosa</a:t>
            </a:r>
          </a:p>
          <a:p>
            <a:r>
              <a:t>SQLite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Ethical Safeguards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System does NOT diagnose mental illness.</a:t>
            </a:r>
          </a:p>
          <a:p>
            <a:r>
              <a:t>Outputs represent behavioral indicators only.</a:t>
            </a:r>
          </a:p>
          <a:p>
            <a:r>
              <a:t>Includes strong disclaimer messaging.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Wearable device integration</a:t>
            </a:r>
          </a:p>
          <a:p>
            <a:r>
              <a:t>• Multilingual emotion analysis</a:t>
            </a:r>
          </a:p>
          <a:p>
            <a:r>
              <a:t>• Deep learning emotion detection</a:t>
            </a:r>
          </a:p>
          <a:p>
            <a:r>
              <a:t>• Mobile application interface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